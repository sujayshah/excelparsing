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B8124-A37A-4C64-9EDA-048987E2AB4E}" type="datetimeFigureOut">
              <a:rPr lang="en-US" smtClean="0"/>
              <a:t>1/27/2019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47B5-A72F-4D53-B465-7FAB177C8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550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B8124-A37A-4C64-9EDA-048987E2AB4E}" type="datetimeFigureOut">
              <a:rPr lang="en-US" smtClean="0"/>
              <a:t>1/27/2019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47B5-A72F-4D53-B465-7FAB177C8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372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B8124-A37A-4C64-9EDA-048987E2AB4E}" type="datetimeFigureOut">
              <a:rPr lang="en-US" smtClean="0"/>
              <a:t>1/27/2019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47B5-A72F-4D53-B465-7FAB177C8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393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B8124-A37A-4C64-9EDA-048987E2AB4E}" type="datetimeFigureOut">
              <a:rPr lang="en-US" smtClean="0"/>
              <a:t>1/27/2019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47B5-A72F-4D53-B465-7FAB177C8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158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B8124-A37A-4C64-9EDA-048987E2AB4E}" type="datetimeFigureOut">
              <a:rPr lang="en-US" smtClean="0"/>
              <a:t>1/27/2019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47B5-A72F-4D53-B465-7FAB177C8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313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B8124-A37A-4C64-9EDA-048987E2AB4E}" type="datetimeFigureOut">
              <a:rPr lang="en-US" smtClean="0"/>
              <a:t>1/27/2019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47B5-A72F-4D53-B465-7FAB177C8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865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B8124-A37A-4C64-9EDA-048987E2AB4E}" type="datetimeFigureOut">
              <a:rPr lang="en-US" smtClean="0"/>
              <a:t>1/27/2019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47B5-A72F-4D53-B465-7FAB177C8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045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B8124-A37A-4C64-9EDA-048987E2AB4E}" type="datetimeFigureOut">
              <a:rPr lang="en-US" smtClean="0"/>
              <a:t>1/27/2019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47B5-A72F-4D53-B465-7FAB177C8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11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B8124-A37A-4C64-9EDA-048987E2AB4E}" type="datetimeFigureOut">
              <a:rPr lang="en-US" smtClean="0"/>
              <a:t>1/27/2019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47B5-A72F-4D53-B465-7FAB177C8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390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B8124-A37A-4C64-9EDA-048987E2AB4E}" type="datetimeFigureOut">
              <a:rPr lang="en-US" smtClean="0"/>
              <a:t>1/27/2019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47B5-A72F-4D53-B465-7FAB177C8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444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B8124-A37A-4C64-9EDA-048987E2AB4E}" type="datetimeFigureOut">
              <a:rPr lang="en-US" smtClean="0"/>
              <a:t>1/27/2019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47B5-A72F-4D53-B465-7FAB177C8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2022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B8124-A37A-4C64-9EDA-048987E2AB4E}" type="datetimeFigureOut">
              <a:rPr lang="en-US" smtClean="0"/>
              <a:t>1/27/2019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47B5-A72F-4D53-B465-7FAB177C800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905079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B8124-A37A-4C64-9EDA-048987E2AB4E}" type="datetimeFigureOut">
              <a:rPr lang="en-US" smtClean="0"/>
              <a:t>1/27/2019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47B5-A72F-4D53-B465-7FAB177C8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6783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B8124-A37A-4C64-9EDA-048987E2AB4E}" type="datetimeFigureOut">
              <a:rPr lang="en-US" smtClean="0"/>
              <a:t>1/27/2019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47B5-A72F-4D53-B465-7FAB177C8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1651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B8124-A37A-4C64-9EDA-048987E2AB4E}" type="datetimeFigureOut">
              <a:rPr lang="en-US" smtClean="0"/>
              <a:t>1/27/2019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47B5-A72F-4D53-B465-7FAB177C8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6541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B8124-A37A-4C64-9EDA-048987E2AB4E}" type="datetimeFigureOut">
              <a:rPr lang="en-US" smtClean="0"/>
              <a:t>1/27/2019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47B5-A72F-4D53-B465-7FAB177C8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4814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B8124-A37A-4C64-9EDA-048987E2AB4E}" type="datetimeFigureOut">
              <a:rPr lang="en-US" smtClean="0"/>
              <a:t>1/27/2019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47B5-A72F-4D53-B465-7FAB177C8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873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10B8124-A37A-4C64-9EDA-048987E2AB4E}" type="datetimeFigureOut">
              <a:rPr lang="en-US" smtClean="0"/>
              <a:t>1/27/2019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4B47B5-A72F-4D53-B465-7FAB177C8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5209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DB652-FA82-4497-9627-FEE541B23E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Excel Templates and Parsing with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738A14-3EAD-4F94-B3E8-2AA445A14F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8847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5B9D6-E201-465D-A0FE-CF52D1CFF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Library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0CF2A-4AB2-4E92-B225-2FD4D99F68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xlwings</a:t>
            </a:r>
            <a:r>
              <a:rPr lang="en-US" dirty="0"/>
              <a:t> is a python2 compatible library that provides wrapper functions for use with VBA (Excel language)</a:t>
            </a:r>
          </a:p>
          <a:p>
            <a:r>
              <a:rPr lang="en-US" dirty="0"/>
              <a:t>Python has advantages of readability over VBA and other external libraries that are helpful for organizing data</a:t>
            </a:r>
          </a:p>
        </p:txBody>
      </p:sp>
    </p:spTree>
    <p:extLst>
      <p:ext uri="{BB962C8B-B14F-4D97-AF65-F5344CB8AC3E}">
        <p14:creationId xmlns:p14="http://schemas.microsoft.com/office/powerpoint/2010/main" val="463307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F2757-2531-49BA-90F9-AAC71CE55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Integration in Excel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9966A-52C2-4A5D-9B24-A6F6551337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Provide a template Excel file to be modified or organized</a:t>
            </a:r>
          </a:p>
          <a:p>
            <a:r>
              <a:rPr lang="en-US" dirty="0"/>
              <a:t>Has been used to generate a working schedule and calendar in Excel</a:t>
            </a:r>
          </a:p>
          <a:p>
            <a:r>
              <a:rPr lang="en-US" dirty="0"/>
              <a:t>Automation of these tasks are highly scalable and optimized to accept many different inputs and data ranges (such as endpoints on a calendar)</a:t>
            </a:r>
          </a:p>
        </p:txBody>
      </p:sp>
    </p:spTree>
    <p:extLst>
      <p:ext uri="{BB962C8B-B14F-4D97-AF65-F5344CB8AC3E}">
        <p14:creationId xmlns:p14="http://schemas.microsoft.com/office/powerpoint/2010/main" val="255200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D6486-CC0D-4E05-B906-C20310BED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Input Formats to be Considered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DB1EA-331C-4708-A2EB-3EE9DD71E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.txt (plaintext) and .csv formats are other popular choices to pass input data due to condensed structure formats</a:t>
            </a:r>
          </a:p>
          <a:p>
            <a:r>
              <a:rPr lang="en-US" dirty="0"/>
              <a:t>Faster to parse through than input data in Excel, which requires VBA calls</a:t>
            </a:r>
          </a:p>
        </p:txBody>
      </p:sp>
    </p:spTree>
    <p:extLst>
      <p:ext uri="{BB962C8B-B14F-4D97-AF65-F5344CB8AC3E}">
        <p14:creationId xmlns:p14="http://schemas.microsoft.com/office/powerpoint/2010/main" val="99891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92E85-4AEF-49DA-BA2B-7C19D5DF0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506BC-87D4-4800-B225-C33AE99E0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2.7</a:t>
            </a:r>
          </a:p>
          <a:p>
            <a:r>
              <a:rPr lang="en-US" dirty="0" err="1"/>
              <a:t>xlwings</a:t>
            </a:r>
            <a:r>
              <a:rPr lang="en-US" dirty="0"/>
              <a:t> module (can be downloaded through a package manager such as pip2)</a:t>
            </a:r>
          </a:p>
          <a:p>
            <a:r>
              <a:rPr lang="en-US" dirty="0"/>
              <a:t>Microsoft Excel (2016 or later preferred but not required)</a:t>
            </a:r>
          </a:p>
          <a:p>
            <a:r>
              <a:rPr lang="en-US" dirty="0"/>
              <a:t>Currently stable on Windows platform (MacOS compatibility will be added later)</a:t>
            </a:r>
          </a:p>
        </p:txBody>
      </p:sp>
    </p:spTree>
    <p:extLst>
      <p:ext uri="{BB962C8B-B14F-4D97-AF65-F5344CB8AC3E}">
        <p14:creationId xmlns:p14="http://schemas.microsoft.com/office/powerpoint/2010/main" val="1068177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1D0CB-578D-4093-814C-57596852E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9036F-BA2A-4335-9788-319507A60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Date Format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8C34DF-B182-4BAD-9537-5817657673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5011" y="1307204"/>
            <a:ext cx="6920636" cy="3892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9325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50</TotalTime>
  <Words>181</Words>
  <Application>Microsoft Office PowerPoint</Application>
  <PresentationFormat>Widescreen</PresentationFormat>
  <Paragraphs>18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Ion</vt:lpstr>
      <vt:lpstr>Excel Templates and Parsing with Python</vt:lpstr>
      <vt:lpstr>Python Library </vt:lpstr>
      <vt:lpstr>Python Integration in Excel</vt:lpstr>
      <vt:lpstr>Other Input Formats to be Considered</vt:lpstr>
      <vt:lpstr>Requirements</vt:lpstr>
      <vt:lpstr>Program Validation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Sujay Shah</dc:creator>
  <cp:lastModifiedBy>Sujay Shah</cp:lastModifiedBy>
  <cp:revision>5</cp:revision>
  <dcterms:created xsi:type="dcterms:W3CDTF">2019-01-23T01:13:05Z</dcterms:created>
  <dcterms:modified xsi:type="dcterms:W3CDTF">2019-01-28T01:33:07Z</dcterms:modified>
</cp:coreProperties>
</file>